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109728"/>
          </a:xfrm>
          <a:prstGeom prst="rect">
            <a:avLst/>
          </a:prstGeom>
          <a:solidFill>
            <a:srgbClr val="00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857065" cy="777240"/>
          </a:xfrm>
          <a:prstGeom prst="rect">
            <a:avLst/>
          </a:prstGeom>
        </p:spPr>
      </p:pic>
      <p:pic>
        <p:nvPicPr>
          <p:cNvPr id="6" name="Picture 5" descr="his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234440"/>
            <a:ext cx="718865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2148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5566"/>
                </a:solidFill>
              </a:rPr>
              <a:t>iHRIS → DHIS2 HRH Mediator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66"/>
                </a:solidFill>
              </a:rPr>
              <a:t>Automated Human Resources for Health Data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520440"/>
            <a:ext cx="3959352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7033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</a:rPr>
              <a:t>Bridges iHRIS v5 (FHIR R4) and DHIS2 via OpenHIM — aggregating staff headcounts by cadre, gender and facility for national HRH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2239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5566"/>
                </a:solidFill>
              </a:rPr>
              <a:t>Ministry of Health Ethiopia  ·  HISP Ethiopia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7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286000" cy="256032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iHRIS v5
(FHIR R4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Practitioners
• PractitionerRoles
• Locations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3566160"/>
            <a:ext cx="960119" cy="0"/>
          </a:xfrm>
          <a:prstGeom prst="line">
            <a:avLst/>
          </a:prstGeom>
          <a:ln w="31750">
            <a:solidFill>
              <a:srgbClr val="007A8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315467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FHIR
Streaming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965960"/>
            <a:ext cx="3291840" cy="3108960"/>
          </a:xfrm>
          <a:prstGeom prst="rect">
            <a:avLst/>
          </a:prstGeom>
          <a:solidFill>
            <a:srgbClr val="00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HRH Mediator
(Node.js + OpenHIM)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88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2-pass iHRIS fetch
• Aggregate by cadre &amp; gender
• Map org units → DHIS2
• Push data values
• Monitor async tasks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86600" y="3566160"/>
            <a:ext cx="960120" cy="0"/>
          </a:xfrm>
          <a:prstGeom prst="line">
            <a:avLst/>
          </a:prstGeom>
          <a:ln w="31750">
            <a:solidFill>
              <a:srgbClr val="007A8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95160" y="3154679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dataValueSets
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2286000" cy="2560320"/>
          </a:xfrm>
          <a:prstGeom prst="rect">
            <a:avLst/>
          </a:prstGeom>
          <a:solidFill>
            <a:srgbClr val="1D6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DHIS2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Aggregate data values
• HRH datasets
• Analytics &amp;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5212080"/>
            <a:ext cx="237744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OpenHIM  (audit &amp; routing)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2651760"/>
            <a:ext cx="1371600" cy="1828800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900" b="0">
                <a:solidFill>
                  <a:srgbClr val="005566"/>
                </a:solidFill>
              </a:rPr>
              <a:t>Web UI
/ REST API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9144000" y="3520439"/>
            <a:ext cx="1463040" cy="45721"/>
          </a:xfrm>
          <a:prstGeom prst="line">
            <a:avLst/>
          </a:prstGeom>
          <a:ln w="31750">
            <a:solidFill>
              <a:srgbClr val="007A8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7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66"/>
                </a:solidFill>
              </a:rPr>
              <a:t>FHIR R4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Streams Practitioner &amp; PractitionerRole resources from iHRIS v5 using offset pagination — handles large datasets without memory overflow.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66"/>
                </a:solidFill>
              </a:rPr>
              <a:t>Ethiopian 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57276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Automatically calculates the current Ethiopian Fiscal Year (EFY) as the DHIS2 reporting period — no manual period entry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30352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66"/>
                </a:solidFill>
              </a:rPr>
              <a:t>Cadre 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272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Counts active staff by 7 cadre groups (Nurses, Physicians, Midwives, Health Officers, ESOs, HEWs, Other) split by gender per facility.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4320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743200"/>
            <a:ext cx="530352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66"/>
                </a:solidFill>
              </a:rPr>
              <a:t>Multi-level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272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Pushes data to 8 DHIS2 datasets covering Facility, Woreda, Zone and Region levels with correct org unit mapping.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530352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66"/>
                </a:solidFill>
              </a:rPr>
              <a:t>OpenHIM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68172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Registers as an OpenHIM mediator — all transactions are audited, the channel can trigger syncs on demand or on schedule.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9768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530352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66"/>
                </a:solidFill>
              </a:rPr>
              <a:t>Scheduled &amp; On-demand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68172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Cron-based automatic sync (configurable schedule) plus manual trigger via the built-in web dashboard or OpenHIM channel.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Ministry of Health Ethiopia  ·  HISP Ethiopia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Stack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7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566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73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Node.js 18 + Express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FHIR R4  (HL7 standard)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34056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07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OpenHIM (mediator pattern)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00984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74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374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node-cron  (configurable)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67912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41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41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Session cookie (8-hour TTL)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507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Winston — combined &amp; error 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01768"/>
            <a:ext cx="1920240" cy="43891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566"/>
                </a:solidFill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Docker / docker-compose or npm 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566"/>
                </a:solidFill>
              </a:rPr>
              <a:t>Quick Start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600200"/>
            <a:ext cx="384048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6642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Copy .env.example → .env and fill credentials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350008"/>
            <a:ext cx="384048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41401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Configure DHIS2 dataset &amp; data element UIDs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99815"/>
            <a:ext cx="384048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16382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docker-compose up --build  (or npm start)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849624"/>
            <a:ext cx="384048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913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Mediator auto-registers with OpenHIM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99431"/>
            <a:ext cx="384048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6634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Trigger sync from Web UI or OpenHIM channel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1097280"/>
            <a:ext cx="45720" cy="5212080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Ministry of Health Ethiopia  ·  HISP Ethiopia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